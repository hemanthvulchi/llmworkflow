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8" r:id="rId4"/>
  </p:sldMasterIdLst>
  <p:notesMasterIdLst>
    <p:notesMasterId r:id="rId12"/>
  </p:notesMasterIdLst>
  <p:handoutMasterIdLst>
    <p:handoutMasterId r:id="rId13"/>
  </p:handoutMasterIdLst>
  <p:sldIdLst>
    <p:sldId id="410" r:id="rId5"/>
    <p:sldId id="383" r:id="rId6"/>
    <p:sldId id="409" r:id="rId7"/>
    <p:sldId id="391" r:id="rId8"/>
    <p:sldId id="397" r:id="rId9"/>
    <p:sldId id="408" r:id="rId10"/>
    <p:sldId id="407"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A107856-5554-42FB-B03E-39F5DBC370B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3" autoAdjust="0"/>
    <p:restoredTop sz="96327" autoAdjust="0"/>
  </p:normalViewPr>
  <p:slideViewPr>
    <p:cSldViewPr snapToGrid="0">
      <p:cViewPr>
        <p:scale>
          <a:sx n="100" d="100"/>
          <a:sy n="100" d="100"/>
        </p:scale>
        <p:origin x="1042" y="68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58" d="100"/>
          <a:sy n="58" d="100"/>
        </p:scale>
        <p:origin x="3240"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8F6756E-81DA-9FAC-70D8-556F658BDD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EBEDD12-BCD5-485B-BCBC-34BB01D7923C}" type="datetimeFigureOut">
              <a:rPr lang="en-US" smtClean="0"/>
              <a:t>5/18/2024</a:t>
            </a:fld>
            <a:endParaRPr lang="en-US" dirty="0"/>
          </a:p>
        </p:txBody>
      </p:sp>
      <p:sp>
        <p:nvSpPr>
          <p:cNvPr id="6" name="Slide Number Placeholder 5">
            <a:extLst>
              <a:ext uri="{FF2B5EF4-FFF2-40B4-BE49-F238E27FC236}">
                <a16:creationId xmlns:a16="http://schemas.microsoft.com/office/drawing/2014/main" id="{A771D415-D05A-7067-CCD3-457153D96C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C230DF-5933-439D-898F-38E9AC9BA688}" type="slidenum">
              <a:rPr lang="en-US" smtClean="0"/>
              <a:t>‹#›</a:t>
            </a:fld>
            <a:endParaRPr lang="en-US" dirty="0"/>
          </a:p>
        </p:txBody>
      </p:sp>
      <p:sp>
        <p:nvSpPr>
          <p:cNvPr id="7" name="Footer Placeholder 6">
            <a:extLst>
              <a:ext uri="{FF2B5EF4-FFF2-40B4-BE49-F238E27FC236}">
                <a16:creationId xmlns:a16="http://schemas.microsoft.com/office/drawing/2014/main" id="{B97095E3-54D2-CFD2-4F49-7536FC8641D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8" name="Header Placeholder 7">
            <a:extLst>
              <a:ext uri="{FF2B5EF4-FFF2-40B4-BE49-F238E27FC236}">
                <a16:creationId xmlns:a16="http://schemas.microsoft.com/office/drawing/2014/main" id="{521EE01A-C0B5-5ECF-96DD-768F86AA15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Tree>
    <p:extLst>
      <p:ext uri="{BB962C8B-B14F-4D97-AF65-F5344CB8AC3E}">
        <p14:creationId xmlns:p14="http://schemas.microsoft.com/office/powerpoint/2010/main" val="26532284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E7A52F-9D89-7442-A8E9-48D1527B5F6B}" type="datetimeFigureOut">
              <a:rPr lang="en-US" smtClean="0"/>
              <a:t>5/18/2024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9C7E07-3C67-C64C-8DA0-0404F6303970}" type="slidenum">
              <a:rPr lang="en-US" smtClean="0"/>
              <a:t>‹#›</a:t>
            </a:fld>
            <a:endParaRPr lang="en-US" dirty="0"/>
          </a:p>
        </p:txBody>
      </p:sp>
    </p:spTree>
    <p:extLst>
      <p:ext uri="{BB962C8B-B14F-4D97-AF65-F5344CB8AC3E}">
        <p14:creationId xmlns:p14="http://schemas.microsoft.com/office/powerpoint/2010/main" val="4032528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a:t>
            </a:fld>
            <a:endParaRPr lang="en-US" dirty="0"/>
          </a:p>
        </p:txBody>
      </p:sp>
    </p:spTree>
    <p:extLst>
      <p:ext uri="{BB962C8B-B14F-4D97-AF65-F5344CB8AC3E}">
        <p14:creationId xmlns:p14="http://schemas.microsoft.com/office/powerpoint/2010/main" val="1092453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2</a:t>
            </a:fld>
            <a:endParaRPr lang="en-US" dirty="0"/>
          </a:p>
        </p:txBody>
      </p:sp>
    </p:spTree>
    <p:extLst>
      <p:ext uri="{BB962C8B-B14F-4D97-AF65-F5344CB8AC3E}">
        <p14:creationId xmlns:p14="http://schemas.microsoft.com/office/powerpoint/2010/main" val="31134168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3</a:t>
            </a:fld>
            <a:endParaRPr lang="en-US" dirty="0"/>
          </a:p>
        </p:txBody>
      </p:sp>
    </p:spTree>
    <p:extLst>
      <p:ext uri="{BB962C8B-B14F-4D97-AF65-F5344CB8AC3E}">
        <p14:creationId xmlns:p14="http://schemas.microsoft.com/office/powerpoint/2010/main" val="27304331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4</a:t>
            </a:fld>
            <a:endParaRPr lang="en-US" dirty="0"/>
          </a:p>
        </p:txBody>
      </p:sp>
    </p:spTree>
    <p:extLst>
      <p:ext uri="{BB962C8B-B14F-4D97-AF65-F5344CB8AC3E}">
        <p14:creationId xmlns:p14="http://schemas.microsoft.com/office/powerpoint/2010/main" val="39082765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BC04D-2568-C19F-6211-ABA7996CB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BD96A4-D432-FA69-5E46-4DF91D77CA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39921-CFBB-DE6F-31EB-81B758CA02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53E3F8-8185-F97B-2F08-1F44FCE2A5AB}"/>
              </a:ext>
            </a:extLst>
          </p:cNvPr>
          <p:cNvSpPr>
            <a:spLocks noGrp="1"/>
          </p:cNvSpPr>
          <p:nvPr>
            <p:ph type="sldNum" sz="quarter" idx="5"/>
          </p:nvPr>
        </p:nvSpPr>
        <p:spPr/>
        <p:txBody>
          <a:bodyPr/>
          <a:lstStyle/>
          <a:p>
            <a:fld id="{A89C7E07-3C67-C64C-8DA0-0404F6303970}" type="slidenum">
              <a:rPr lang="en-US" smtClean="0"/>
              <a:t>5</a:t>
            </a:fld>
            <a:endParaRPr lang="en-US" dirty="0"/>
          </a:p>
        </p:txBody>
      </p:sp>
    </p:spTree>
    <p:extLst>
      <p:ext uri="{BB962C8B-B14F-4D97-AF65-F5344CB8AC3E}">
        <p14:creationId xmlns:p14="http://schemas.microsoft.com/office/powerpoint/2010/main" val="37277777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6</a:t>
            </a:fld>
            <a:endParaRPr lang="en-US" dirty="0"/>
          </a:p>
        </p:txBody>
      </p:sp>
    </p:spTree>
    <p:extLst>
      <p:ext uri="{BB962C8B-B14F-4D97-AF65-F5344CB8AC3E}">
        <p14:creationId xmlns:p14="http://schemas.microsoft.com/office/powerpoint/2010/main" val="23861837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7</a:t>
            </a:fld>
            <a:endParaRPr lang="en-US" dirty="0"/>
          </a:p>
        </p:txBody>
      </p:sp>
    </p:spTree>
    <p:extLst>
      <p:ext uri="{BB962C8B-B14F-4D97-AF65-F5344CB8AC3E}">
        <p14:creationId xmlns:p14="http://schemas.microsoft.com/office/powerpoint/2010/main" val="5011604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327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06C6F65-35CD-D64B-992A-0C1C1E00384D}"/>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7" name="AutoShape 24">
              <a:extLst>
                <a:ext uri="{FF2B5EF4-FFF2-40B4-BE49-F238E27FC236}">
                  <a16:creationId xmlns:a16="http://schemas.microsoft.com/office/drawing/2014/main" id="{CFD467E2-FF13-7E4F-BEF9-EA1A17665B2D}"/>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8" name="Freeform 7">
              <a:extLst>
                <a:ext uri="{FF2B5EF4-FFF2-40B4-BE49-F238E27FC236}">
                  <a16:creationId xmlns:a16="http://schemas.microsoft.com/office/drawing/2014/main" id="{CA85A327-3157-B442-993A-6900F71249AC}"/>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9" name="Freeform 8">
              <a:extLst>
                <a:ext uri="{FF2B5EF4-FFF2-40B4-BE49-F238E27FC236}">
                  <a16:creationId xmlns:a16="http://schemas.microsoft.com/office/drawing/2014/main" id="{9A459CB4-74AF-0544-AB1E-7CC6D10F84EB}"/>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0" name="Freeform 9">
              <a:extLst>
                <a:ext uri="{FF2B5EF4-FFF2-40B4-BE49-F238E27FC236}">
                  <a16:creationId xmlns:a16="http://schemas.microsoft.com/office/drawing/2014/main" id="{95A20BFD-9142-D64A-A78A-61B75FCA0D76}"/>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B80736DF-C890-DB47-AEAA-D3D92505E632}"/>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2" name="Title 1">
            <a:extLst>
              <a:ext uri="{FF2B5EF4-FFF2-40B4-BE49-F238E27FC236}">
                <a16:creationId xmlns:a16="http://schemas.microsoft.com/office/drawing/2014/main" id="{39F93F26-ED5C-E74E-BFBD-E3054DC1B9C1}"/>
              </a:ext>
            </a:extLst>
          </p:cNvPr>
          <p:cNvSpPr>
            <a:spLocks noGrp="1"/>
          </p:cNvSpPr>
          <p:nvPr>
            <p:ph type="title" hasCustomPrompt="1"/>
          </p:nvPr>
        </p:nvSpPr>
        <p:spPr>
          <a:xfrm>
            <a:off x="594360" y="189572"/>
            <a:ext cx="6787747" cy="1593507"/>
          </a:xfrm>
          <a:prstGeom prst="rect">
            <a:avLst/>
          </a:prstGeom>
        </p:spPr>
        <p:txBody>
          <a:bodyPr lIns="0" tIns="0" rIns="0" bIns="0" anchor="b" anchorCtr="0">
            <a:noAutofit/>
          </a:bodyPr>
          <a:lstStyle>
            <a:lvl1pPr>
              <a:defRPr sz="4400" b="1" i="0" spc="50" baseline="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186153BD-9D2B-47EB-3553-1D3F6663B2A3}"/>
              </a:ext>
            </a:extLst>
          </p:cNvPr>
          <p:cNvSpPr>
            <a:spLocks noGrp="1"/>
          </p:cNvSpPr>
          <p:nvPr>
            <p:ph sz="quarter" idx="13" hasCustomPrompt="1"/>
          </p:nvPr>
        </p:nvSpPr>
        <p:spPr>
          <a:xfrm>
            <a:off x="594359" y="2281918"/>
            <a:ext cx="6787747" cy="3708517"/>
          </a:xfrm>
        </p:spPr>
        <p:txBody>
          <a:bodyPr lIns="0" tIns="228600" rIns="0" bIns="0">
            <a:normAutofit/>
          </a:bodyPr>
          <a:lstStyle>
            <a:lvl1pPr marL="283464" indent="-283464">
              <a:lnSpc>
                <a:spcPct val="80000"/>
              </a:lnSpc>
              <a:spcBef>
                <a:spcPts val="2200"/>
              </a:spcBef>
              <a:buFont typeface="Arial" panose="020B0604020202020204" pitchFamily="34" charset="0"/>
              <a:buChar char="•"/>
              <a:defRPr lang="en-US" sz="2400" b="1" i="0" kern="1200" dirty="0">
                <a:solidFill>
                  <a:schemeClr val="tx2">
                    <a:lumMod val="75000"/>
                  </a:schemeClr>
                </a:solidFill>
                <a:latin typeface="+mn-lt"/>
                <a:ea typeface="+mn-ea"/>
                <a:cs typeface="+mn-cs"/>
              </a:defRPr>
            </a:lvl1pPr>
            <a:lvl2pPr indent="-283464">
              <a:spcBef>
                <a:spcPts val="6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3" name="Slide Number Placeholder 42">
            <a:extLst>
              <a:ext uri="{FF2B5EF4-FFF2-40B4-BE49-F238E27FC236}">
                <a16:creationId xmlns:a16="http://schemas.microsoft.com/office/drawing/2014/main" id="{D80CCC8F-9CF1-9621-04EB-DFA68FEE42D2}"/>
              </a:ext>
            </a:extLst>
          </p:cNvPr>
          <p:cNvSpPr>
            <a:spLocks noGrp="1"/>
          </p:cNvSpPr>
          <p:nvPr>
            <p:ph type="sldNum" sz="quarter" idx="26"/>
          </p:nvPr>
        </p:nvSpPr>
        <p:spPr/>
        <p:txBody>
          <a:bodyPr/>
          <a:lstStyle/>
          <a:p>
            <a:fld id="{294A09A9-5501-47C1-A89A-A340965A2BE2}" type="slidenum">
              <a:rPr lang="en-US" smtClean="0"/>
              <a:pPr/>
              <a:t>‹#›</a:t>
            </a:fld>
            <a:endParaRPr lang="en-US" dirty="0">
              <a:latin typeface="+mn-lt"/>
            </a:endParaRPr>
          </a:p>
        </p:txBody>
      </p:sp>
      <p:sp>
        <p:nvSpPr>
          <p:cNvPr id="42" name="Date Placeholder 41">
            <a:extLst>
              <a:ext uri="{FF2B5EF4-FFF2-40B4-BE49-F238E27FC236}">
                <a16:creationId xmlns:a16="http://schemas.microsoft.com/office/drawing/2014/main" id="{29CE2856-DB8F-5603-C085-74C70560FAC8}"/>
              </a:ext>
            </a:extLst>
          </p:cNvPr>
          <p:cNvSpPr>
            <a:spLocks noGrp="1"/>
          </p:cNvSpPr>
          <p:nvPr>
            <p:ph type="dt" sz="half" idx="25"/>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979826C1-7A52-DA25-F422-EE62DED7D1B6}"/>
              </a:ext>
              <a:ext uri="{C183D7F6-B498-43B3-948B-1728B52AA6E4}">
                <adec:decorative xmlns:adec="http://schemas.microsoft.com/office/drawing/2017/decorative" val="1"/>
              </a:ext>
            </a:extLst>
          </p:cNvPr>
          <p:cNvCxnSpPr>
            <a:cxnSpLocks/>
          </p:cNvCxnSpPr>
          <p:nvPr userDrawn="1"/>
        </p:nvCxnSpPr>
        <p:spPr>
          <a:xfrm>
            <a:off x="594360" y="2148840"/>
            <a:ext cx="2130552" cy="0"/>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18089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3"/>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79D0555-EBDC-B53A-212D-A5921795FEC8}"/>
              </a:ext>
            </a:extLst>
          </p:cNvPr>
          <p:cNvSpPr>
            <a:spLocks noGrp="1"/>
          </p:cNvSpPr>
          <p:nvPr>
            <p:ph type="pic" sz="quarter" idx="13"/>
          </p:nvPr>
        </p:nvSpPr>
        <p:spPr>
          <a:xfrm>
            <a:off x="0" y="0"/>
            <a:ext cx="12192000" cy="6880543"/>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p:spPr>
        <p:txBody>
          <a:bodyPr wrap="square" tIns="182880">
            <a:noAutofit/>
          </a:bodyPr>
          <a:lstStyle>
            <a:lvl1pPr marL="0" indent="0" algn="ctr">
              <a:buNone/>
              <a:defRPr sz="2000">
                <a:solidFill>
                  <a:schemeClr val="tx1"/>
                </a:solidFill>
              </a:defRPr>
            </a:lvl1pPr>
          </a:lstStyle>
          <a:p>
            <a:r>
              <a:rPr lang="en-US"/>
              <a:t>Click icon to add picture</a:t>
            </a:r>
            <a:endParaRPr lang="en-US" dirty="0"/>
          </a:p>
        </p:txBody>
      </p:sp>
      <p:sp>
        <p:nvSpPr>
          <p:cNvPr id="18" name="Title 1">
            <a:extLst>
              <a:ext uri="{FF2B5EF4-FFF2-40B4-BE49-F238E27FC236}">
                <a16:creationId xmlns:a16="http://schemas.microsoft.com/office/drawing/2014/main" id="{8D492973-78E3-D34E-835E-CF2D4517016D}"/>
              </a:ext>
            </a:extLst>
          </p:cNvPr>
          <p:cNvSpPr>
            <a:spLocks noGrp="1"/>
          </p:cNvSpPr>
          <p:nvPr>
            <p:ph type="title" hasCustomPrompt="1"/>
          </p:nvPr>
        </p:nvSpPr>
        <p:spPr>
          <a:xfrm>
            <a:off x="6309359" y="444933"/>
            <a:ext cx="5477479" cy="3291840"/>
          </a:xfrm>
          <a:prstGeom prst="rect">
            <a:avLst/>
          </a:prstGeom>
        </p:spPr>
        <p:txBody>
          <a:bodyPr lIns="0" tIns="0" rIns="0" bIns="0" anchor="b" anchorCtr="0">
            <a:noAutofit/>
          </a:bodyPr>
          <a:lstStyle>
            <a:lvl1pPr>
              <a:defRPr sz="6000" b="1" i="0" baseline="0">
                <a:solidFill>
                  <a:schemeClr val="tx1"/>
                </a:solidFill>
                <a:latin typeface="+mj-lt"/>
              </a:defRPr>
            </a:lvl1pPr>
          </a:lstStyle>
          <a:p>
            <a:r>
              <a:rPr lang="en-US" dirty="0"/>
              <a:t>Click to add title </a:t>
            </a:r>
          </a:p>
        </p:txBody>
      </p:sp>
      <p:sp>
        <p:nvSpPr>
          <p:cNvPr id="7" name="Rectangle 6">
            <a:extLst>
              <a:ext uri="{FF2B5EF4-FFF2-40B4-BE49-F238E27FC236}">
                <a16:creationId xmlns:a16="http://schemas.microsoft.com/office/drawing/2014/main" id="{D96BA398-1ED2-1FCA-63B9-8915A8C7A524}"/>
              </a:ext>
              <a:ext uri="{C183D7F6-B498-43B3-948B-1728B52AA6E4}">
                <adec:decorative xmlns:adec="http://schemas.microsoft.com/office/drawing/2017/decorative" val="1"/>
              </a:ext>
            </a:extLst>
          </p:cNvPr>
          <p:cNvSpPr/>
          <p:nvPr userDrawn="1"/>
        </p:nvSpPr>
        <p:spPr>
          <a:xfrm>
            <a:off x="6309360" y="3951843"/>
            <a:ext cx="2133600" cy="10058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29169562"/>
      </p:ext>
    </p:extLst>
  </p:cSld>
  <p:clrMapOvr>
    <a:masterClrMapping/>
  </p:clrMapOvr>
  <p:extLst>
    <p:ext uri="{DCECCB84-F9BA-43D5-87BE-67443E8EF086}">
      <p15:sldGuideLst xmlns:p15="http://schemas.microsoft.com/office/powerpoint/2012/main">
        <p15:guide id="2" pos="7104">
          <p15:clr>
            <a:srgbClr val="FBAE40"/>
          </p15:clr>
        </p15:guide>
        <p15:guide id="3" pos="4344" userDrawn="1">
          <p15:clr>
            <a:srgbClr val="FBAE40"/>
          </p15:clr>
        </p15:guide>
        <p15:guide id="4" pos="4560" userDrawn="1">
          <p15:clr>
            <a:srgbClr val="FBAE40"/>
          </p15:clr>
        </p15:guide>
        <p15:guide id="8" orient="horz" pos="18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299835" y="43052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sp>
        <p:nvSpPr>
          <p:cNvPr id="6" name="Picture Placeholder 5">
            <a:extLst>
              <a:ext uri="{FF2B5EF4-FFF2-40B4-BE49-F238E27FC236}">
                <a16:creationId xmlns:a16="http://schemas.microsoft.com/office/drawing/2014/main" id="{A9973BC6-F6E5-0B3B-C8AB-0AC4020D4E8B}"/>
              </a:ext>
            </a:extLst>
          </p:cNvPr>
          <p:cNvSpPr>
            <a:spLocks noGrp="1"/>
          </p:cNvSpPr>
          <p:nvPr>
            <p:ph type="pic" sz="quarter" idx="12"/>
          </p:nvPr>
        </p:nvSpPr>
        <p:spPr>
          <a:xfrm>
            <a:off x="0" y="-11113"/>
            <a:ext cx="5791200" cy="6880226"/>
          </a:xfrm>
        </p:spPr>
        <p:txBody>
          <a:bodyPr>
            <a:normAutofit/>
          </a:bodyPr>
          <a:lstStyle>
            <a:lvl1pPr marL="0" indent="0" algn="ctr">
              <a:buNone/>
              <a:defRPr sz="2000"/>
            </a:lvl1pPr>
          </a:lstStyle>
          <a:p>
            <a:r>
              <a:rPr lang="en-US"/>
              <a:t>Click icon to add picture</a:t>
            </a:r>
            <a:endParaRPr lang="en-US" dirty="0"/>
          </a:p>
        </p:txBody>
      </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299835" y="456860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7" name="Straight Connector 6">
            <a:extLst>
              <a:ext uri="{FF2B5EF4-FFF2-40B4-BE49-F238E27FC236}">
                <a16:creationId xmlns:a16="http://schemas.microsoft.com/office/drawing/2014/main" id="{29169ED6-4B82-6844-119F-AC15CDF2D3E5}"/>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7914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mmary 2">
    <p:bg>
      <p:bgPr>
        <a:solidFill>
          <a:schemeClr val="tx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57F1500-1A16-D1EF-4F0C-030852B291FC}"/>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grpSp>
        <p:nvGrpSpPr>
          <p:cNvPr id="10" name="Group 9">
            <a:extLst>
              <a:ext uri="{FF2B5EF4-FFF2-40B4-BE49-F238E27FC236}">
                <a16:creationId xmlns:a16="http://schemas.microsoft.com/office/drawing/2014/main" id="{2D07A0BE-3890-193E-9439-F294E61A71B9}"/>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11" name="Freeform 19">
              <a:extLst>
                <a:ext uri="{FF2B5EF4-FFF2-40B4-BE49-F238E27FC236}">
                  <a16:creationId xmlns:a16="http://schemas.microsoft.com/office/drawing/2014/main" id="{C05217ED-C258-E6CE-BA7F-28A6EA41BCD3}"/>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20">
              <a:extLst>
                <a:ext uri="{FF2B5EF4-FFF2-40B4-BE49-F238E27FC236}">
                  <a16:creationId xmlns:a16="http://schemas.microsoft.com/office/drawing/2014/main" id="{F3E11A1F-14DD-BA35-D7D7-4D4ADEAA3484}"/>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21">
              <a:extLst>
                <a:ext uri="{FF2B5EF4-FFF2-40B4-BE49-F238E27FC236}">
                  <a16:creationId xmlns:a16="http://schemas.microsoft.com/office/drawing/2014/main" id="{F14541B0-973F-7E21-1019-D2FB83C8C0D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32" name="Title 1">
            <a:extLst>
              <a:ext uri="{FF2B5EF4-FFF2-40B4-BE49-F238E27FC236}">
                <a16:creationId xmlns:a16="http://schemas.microsoft.com/office/drawing/2014/main" id="{467E05B6-B7CB-1E4F-96BA-4B8CFE8B63D9}"/>
              </a:ext>
            </a:extLst>
          </p:cNvPr>
          <p:cNvSpPr>
            <a:spLocks noGrp="1"/>
          </p:cNvSpPr>
          <p:nvPr>
            <p:ph type="title" hasCustomPrompt="1"/>
          </p:nvPr>
        </p:nvSpPr>
        <p:spPr>
          <a:xfrm>
            <a:off x="594360" y="102875"/>
            <a:ext cx="10873740" cy="1680205"/>
          </a:xfrm>
          <a:prstGeom prst="rect">
            <a:avLst/>
          </a:prstGeom>
        </p:spPr>
        <p:txBody>
          <a:bodyPr lIns="0" tIns="0" rIns="0" bIns="0" anchor="b" anchorCtr="0">
            <a:noAutofit/>
          </a:bodyPr>
          <a:lstStyle>
            <a:lvl1pPr>
              <a:defRPr sz="4400" b="1" i="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6FE0DC0-B0D7-F4D6-8038-177AD7A8C211}"/>
              </a:ext>
            </a:extLst>
          </p:cNvPr>
          <p:cNvSpPr>
            <a:spLocks noGrp="1"/>
          </p:cNvSpPr>
          <p:nvPr>
            <p:ph sz="quarter" idx="13" hasCustomPrompt="1"/>
          </p:nvPr>
        </p:nvSpPr>
        <p:spPr>
          <a:xfrm>
            <a:off x="3657600" y="2282008"/>
            <a:ext cx="7810500" cy="3699328"/>
          </a:xfrm>
        </p:spPr>
        <p:txBody>
          <a:bodyPr lIns="0" tIns="228600" rIns="0" bIns="0">
            <a:normAutofit/>
          </a:bodyPr>
          <a:lstStyle>
            <a:lvl1pPr marL="283464" indent="-283464">
              <a:spcBef>
                <a:spcPts val="1800"/>
              </a:spcBef>
              <a:buFont typeface="Arial" panose="020B0604020202020204" pitchFamily="34" charset="0"/>
              <a:buChar char="•"/>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7ED58739-4346-5104-B1AC-89ED035912AF}"/>
              </a:ext>
            </a:extLst>
          </p:cNvPr>
          <p:cNvSpPr>
            <a:spLocks noGrp="1"/>
          </p:cNvSpPr>
          <p:nvPr>
            <p:ph type="sldNum" sz="quarter" idx="22"/>
          </p:nvPr>
        </p:nvSpPr>
        <p:spPr/>
        <p:txBody>
          <a:bodyPr/>
          <a:lstStyle/>
          <a:p>
            <a:fld id="{294A09A9-5501-47C1-A89A-A340965A2BE2}" type="slidenum">
              <a:rPr lang="en-US" smtClean="0"/>
              <a:pPr/>
              <a:t>‹#›</a:t>
            </a:fld>
            <a:endParaRPr lang="en-US" dirty="0">
              <a:latin typeface="+mn-lt"/>
            </a:endParaRPr>
          </a:p>
        </p:txBody>
      </p:sp>
      <p:sp>
        <p:nvSpPr>
          <p:cNvPr id="5" name="Date Placeholder 4">
            <a:extLst>
              <a:ext uri="{FF2B5EF4-FFF2-40B4-BE49-F238E27FC236}">
                <a16:creationId xmlns:a16="http://schemas.microsoft.com/office/drawing/2014/main" id="{E9272B8D-F380-9F1A-C8E6-BDD2352B1763}"/>
              </a:ext>
            </a:extLst>
          </p:cNvPr>
          <p:cNvSpPr>
            <a:spLocks noGrp="1"/>
          </p:cNvSpPr>
          <p:nvPr>
            <p:ph type="dt" sz="half" idx="21"/>
          </p:nvPr>
        </p:nvSpPr>
        <p:spPr/>
        <p:txBody>
          <a:bodyPr/>
          <a:lstStyle/>
          <a:p>
            <a:endParaRPr lang="en-US" dirty="0">
              <a:latin typeface="+mn-lt"/>
            </a:endParaRPr>
          </a:p>
        </p:txBody>
      </p:sp>
    </p:spTree>
    <p:extLst>
      <p:ext uri="{BB962C8B-B14F-4D97-AF65-F5344CB8AC3E}">
        <p14:creationId xmlns:p14="http://schemas.microsoft.com/office/powerpoint/2010/main" val="140296414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600">
          <p15:clr>
            <a:srgbClr val="FBAE40"/>
          </p15:clr>
        </p15:guide>
        <p15:guide id="2" pos="7080">
          <p15:clr>
            <a:srgbClr val="FBAE40"/>
          </p15:clr>
        </p15:guide>
        <p15:guide id="3" pos="2304">
          <p15:clr>
            <a:srgbClr val="FBAE40"/>
          </p15:clr>
        </p15:guide>
        <p15:guide id="4" pos="5736">
          <p15:clr>
            <a:srgbClr val="FBAE40"/>
          </p15:clr>
        </p15:guide>
        <p15:guide id="5" pos="1944">
          <p15:clr>
            <a:srgbClr val="FBAE40"/>
          </p15:clr>
        </p15:guide>
        <p15:guide id="6" pos="4008">
          <p15:clr>
            <a:srgbClr val="FBAE40"/>
          </p15:clr>
        </p15:guide>
        <p15:guide id="7" orient="horz" pos="1224">
          <p15:clr>
            <a:srgbClr val="FBAE40"/>
          </p15:clr>
        </p15:guide>
        <p15:guide id="8" orient="horz" pos="1440">
          <p15:clr>
            <a:srgbClr val="FBAE40"/>
          </p15:clr>
        </p15:guide>
        <p15:guide id="9" orient="horz" pos="552">
          <p15:clr>
            <a:srgbClr val="FBAE40"/>
          </p15:clr>
        </p15:guide>
        <p15:guide id="10" pos="5352">
          <p15:clr>
            <a:srgbClr val="FBAE40"/>
          </p15:clr>
        </p15:guide>
        <p15:guide id="11" pos="364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309905"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spTree>
    <p:extLst>
      <p:ext uri="{BB962C8B-B14F-4D97-AF65-F5344CB8AC3E}">
        <p14:creationId xmlns:p14="http://schemas.microsoft.com/office/powerpoint/2010/main" val="20271085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2">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78129"/>
            <a:ext cx="9778365" cy="149459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14DA3C5-63E4-BAFB-1D68-47F71EEEE538}"/>
              </a:ext>
            </a:extLst>
          </p:cNvPr>
          <p:cNvSpPr>
            <a:spLocks noGrp="1"/>
          </p:cNvSpPr>
          <p:nvPr>
            <p:ph sz="quarter" idx="15" hasCustomPrompt="1"/>
          </p:nvPr>
        </p:nvSpPr>
        <p:spPr>
          <a:xfrm>
            <a:off x="594360"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9436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5">
            <a:extLst>
              <a:ext uri="{FF2B5EF4-FFF2-40B4-BE49-F238E27FC236}">
                <a16:creationId xmlns:a16="http://schemas.microsoft.com/office/drawing/2014/main" id="{BD11386D-847E-8CF5-E56A-42E80A65A089}"/>
              </a:ext>
            </a:extLst>
          </p:cNvPr>
          <p:cNvSpPr>
            <a:spLocks noGrp="1"/>
          </p:cNvSpPr>
          <p:nvPr>
            <p:ph sz="quarter" idx="16" hasCustomPrompt="1"/>
          </p:nvPr>
        </p:nvSpPr>
        <p:spPr>
          <a:xfrm>
            <a:off x="5881898"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41056953"/>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2E558A9-6DD6-E21D-3A8F-6707E1DD19F1}"/>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12" name="AutoShape 24">
              <a:extLst>
                <a:ext uri="{FF2B5EF4-FFF2-40B4-BE49-F238E27FC236}">
                  <a16:creationId xmlns:a16="http://schemas.microsoft.com/office/drawing/2014/main" id="{3FC994E4-318C-1E66-B4E4-8F8FD08E098F}"/>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7">
              <a:extLst>
                <a:ext uri="{FF2B5EF4-FFF2-40B4-BE49-F238E27FC236}">
                  <a16:creationId xmlns:a16="http://schemas.microsoft.com/office/drawing/2014/main" id="{17C00E6B-F625-6D6C-8364-9DD9F3C3628F}"/>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8">
              <a:extLst>
                <a:ext uri="{FF2B5EF4-FFF2-40B4-BE49-F238E27FC236}">
                  <a16:creationId xmlns:a16="http://schemas.microsoft.com/office/drawing/2014/main" id="{C6197B87-4F65-7981-9463-84830CD3687F}"/>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8" name="Freeform 9">
              <a:extLst>
                <a:ext uri="{FF2B5EF4-FFF2-40B4-BE49-F238E27FC236}">
                  <a16:creationId xmlns:a16="http://schemas.microsoft.com/office/drawing/2014/main" id="{86AA517C-7217-D864-B7E7-40984A2880DB}"/>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9" name="Freeform 10">
              <a:extLst>
                <a:ext uri="{FF2B5EF4-FFF2-40B4-BE49-F238E27FC236}">
                  <a16:creationId xmlns:a16="http://schemas.microsoft.com/office/drawing/2014/main" id="{524013C6-491C-CAA2-5BD6-7C73596711CC}"/>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6318885" y="3499667"/>
            <a:ext cx="4939666" cy="254281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6347460"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457201"/>
            <a:ext cx="5198269" cy="2305050"/>
          </a:xfrm>
        </p:spPr>
        <p:txBody>
          <a:bodyPr lIns="0" tIns="274320">
            <a:normAutofit/>
          </a:bodyPr>
          <a:lstStyle>
            <a:lvl1pPr marL="457200" indent="-457200">
              <a:spcBef>
                <a:spcPts val="1800"/>
              </a:spcBef>
              <a:buFont typeface="+mj-lt"/>
              <a:buAutoNum type="arabicPeriod"/>
              <a:defRPr sz="2000"/>
            </a:lvl1pPr>
            <a:lvl2pPr marL="914400" indent="-457200">
              <a:spcBef>
                <a:spcPts val="1800"/>
              </a:spcBef>
              <a:buFont typeface="+mj-lt"/>
              <a:buAutoNum type="alphaLcPeriod"/>
              <a:defRPr sz="2000"/>
            </a:lvl2pPr>
            <a:lvl3pPr marL="1371600" indent="-457200">
              <a:spcBef>
                <a:spcPts val="1800"/>
              </a:spcBef>
              <a:buFont typeface="+mj-lt"/>
              <a:buAutoNum type="arabicParenR"/>
              <a:defRPr sz="2000"/>
            </a:lvl3pPr>
            <a:lvl4pPr marL="1371600" indent="0">
              <a:spcBef>
                <a:spcPts val="1800"/>
              </a:spcBef>
              <a:buFont typeface="+mj-lt"/>
              <a:buNone/>
              <a:defRPr sz="2000"/>
            </a:lvl4pPr>
            <a:lvl5pPr marL="2286000" indent="-457200">
              <a:spcBef>
                <a:spcPts val="1800"/>
              </a:spcBef>
              <a:buFont typeface="+mj-lt"/>
              <a:buAutoNum type="arabicPeriod"/>
              <a:defRPr sz="2000"/>
            </a:lvl5pPr>
          </a:lstStyle>
          <a:p>
            <a:pPr lvl="0"/>
            <a:r>
              <a:rPr lang="en-US" dirty="0"/>
              <a:t>Click to add content</a:t>
            </a:r>
          </a:p>
          <a:p>
            <a:pPr lvl="1"/>
            <a:r>
              <a:rPr lang="en-US" dirty="0"/>
              <a:t>Second level</a:t>
            </a:r>
          </a:p>
          <a:p>
            <a:pPr lvl="2"/>
            <a:r>
              <a:rPr lang="en-US" dirty="0"/>
              <a:t>Third level</a:t>
            </a:r>
          </a:p>
          <a:p>
            <a:pPr lvl="3"/>
            <a:endParaRPr lang="en-US" dirty="0"/>
          </a:p>
        </p:txBody>
      </p:sp>
      <p:sp>
        <p:nvSpPr>
          <p:cNvPr id="2" name="Content Placeholder 5">
            <a:extLst>
              <a:ext uri="{FF2B5EF4-FFF2-40B4-BE49-F238E27FC236}">
                <a16:creationId xmlns:a16="http://schemas.microsoft.com/office/drawing/2014/main" id="{3AC171DA-232D-44C1-6B93-40BACB298F4B}"/>
              </a:ext>
            </a:extLst>
          </p:cNvPr>
          <p:cNvSpPr>
            <a:spLocks noGrp="1"/>
          </p:cNvSpPr>
          <p:nvPr>
            <p:ph sz="quarter" idx="15" hasCustomPrompt="1"/>
          </p:nvPr>
        </p:nvSpPr>
        <p:spPr>
          <a:xfrm>
            <a:off x="594360" y="2810595"/>
            <a:ext cx="5198269" cy="3319513"/>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554606805"/>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Picture">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75310" y="278129"/>
            <a:ext cx="5063490" cy="235402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3" name="Content Placeholder 5">
            <a:extLst>
              <a:ext uri="{FF2B5EF4-FFF2-40B4-BE49-F238E27FC236}">
                <a16:creationId xmlns:a16="http://schemas.microsoft.com/office/drawing/2014/main" id="{1EF4505D-6803-3813-7738-049963427819}"/>
              </a:ext>
            </a:extLst>
          </p:cNvPr>
          <p:cNvSpPr>
            <a:spLocks noGrp="1"/>
          </p:cNvSpPr>
          <p:nvPr>
            <p:ph sz="quarter" idx="16" hasCustomPrompt="1"/>
          </p:nvPr>
        </p:nvSpPr>
        <p:spPr>
          <a:xfrm>
            <a:off x="594360" y="3279579"/>
            <a:ext cx="5044440" cy="2994415"/>
          </a:xfrm>
        </p:spPr>
        <p:txBody>
          <a:bodyPr lIns="0" tIns="228600" rIns="0" bIns="0">
            <a:normAutofit/>
          </a:bodyPr>
          <a:lstStyle>
            <a:lvl1pPr marL="0" indent="0">
              <a:spcBef>
                <a:spcPts val="1800"/>
              </a:spcBef>
              <a:buFont typeface="Arial" panose="020B0604020202020204" pitchFamily="34" charset="0"/>
              <a:buNone/>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997459"/>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2" name="Picture Placeholder 11">
            <a:extLst>
              <a:ext uri="{FF2B5EF4-FFF2-40B4-BE49-F238E27FC236}">
                <a16:creationId xmlns:a16="http://schemas.microsoft.com/office/drawing/2014/main" id="{4658637A-5D36-6127-19BC-C203E23FA49F}"/>
              </a:ext>
            </a:extLst>
          </p:cNvPr>
          <p:cNvSpPr>
            <a:spLocks noGrp="1"/>
          </p:cNvSpPr>
          <p:nvPr>
            <p:ph type="pic" sz="quarter" idx="15"/>
          </p:nvPr>
        </p:nvSpPr>
        <p:spPr>
          <a:xfrm>
            <a:off x="6096000" y="0"/>
            <a:ext cx="6118225" cy="6858000"/>
          </a:xfrm>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1429319764"/>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tx1"/>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F555767-B3D8-BD57-1D42-7F6E1E66892B}"/>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9" name="Freeform 13">
              <a:extLst>
                <a:ext uri="{FF2B5EF4-FFF2-40B4-BE49-F238E27FC236}">
                  <a16:creationId xmlns:a16="http://schemas.microsoft.com/office/drawing/2014/main" id="{BC972B6D-098C-52F6-E990-52623B368FB1}"/>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5" name="Freeform 14">
              <a:extLst>
                <a:ext uri="{FF2B5EF4-FFF2-40B4-BE49-F238E27FC236}">
                  <a16:creationId xmlns:a16="http://schemas.microsoft.com/office/drawing/2014/main" id="{3F0D3EE3-9A8C-531D-1EEE-1AFAB9F3BCAE}"/>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7" name="Freeform 15">
              <a:extLst>
                <a:ext uri="{FF2B5EF4-FFF2-40B4-BE49-F238E27FC236}">
                  <a16:creationId xmlns:a16="http://schemas.microsoft.com/office/drawing/2014/main" id="{A2BE192C-1768-890B-EC1B-5ED6E1F8259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3661409" y="4661717"/>
            <a:ext cx="7936230" cy="138076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3670935"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584005"/>
            <a:ext cx="2825115" cy="3999060"/>
          </a:xfrm>
        </p:spPr>
        <p:txBody>
          <a:bodyPr lIns="0" tIns="274320">
            <a:normAutofit/>
          </a:bodyPr>
          <a:lstStyle>
            <a:lvl1pPr marL="0" indent="0">
              <a:spcBef>
                <a:spcPts val="1800"/>
              </a:spcBef>
              <a:buFont typeface="Arial" panose="020B0604020202020204" pitchFamily="34" charset="0"/>
              <a:buNone/>
              <a:defRPr sz="2000"/>
            </a:lvl1pPr>
            <a:lvl2pPr marL="457200" indent="0">
              <a:spcBef>
                <a:spcPts val="1800"/>
              </a:spcBef>
              <a:buNone/>
              <a:defRPr sz="2000"/>
            </a:lvl2pPr>
            <a:lvl3pPr marL="914400" indent="0">
              <a:spcBef>
                <a:spcPts val="1800"/>
              </a:spcBef>
              <a:buNone/>
              <a:defRPr sz="2000"/>
            </a:lvl3pPr>
            <a:lvl4pPr marL="1371600" indent="0">
              <a:spcBef>
                <a:spcPts val="1800"/>
              </a:spcBef>
              <a:buNone/>
              <a:defRPr sz="2000"/>
            </a:lvl4pPr>
            <a:lvl5pPr marL="1828800" indent="0">
              <a:spcBef>
                <a:spcPts val="1800"/>
              </a:spcBef>
              <a:buNone/>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3670934" y="584005"/>
            <a:ext cx="7926705" cy="399906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2244329111"/>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198408"/>
            <a:ext cx="10972800" cy="1574317"/>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595523" y="2676525"/>
            <a:ext cx="5746750" cy="359747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7620000" y="2676525"/>
            <a:ext cx="3947160" cy="3597470"/>
          </a:xfrm>
        </p:spPr>
        <p:txBody>
          <a:bodyPr lIns="0">
            <a:normAutofit/>
          </a:bodyPr>
          <a:lstStyle>
            <a:lvl1pPr marL="342900" indent="-342900">
              <a:spcBef>
                <a:spcPts val="1800"/>
              </a:spcBef>
              <a:buFont typeface="Arial" panose="020B0604020202020204" pitchFamily="34" charset="0"/>
              <a:buChar char="•"/>
              <a:defRPr sz="2000"/>
            </a:lvl1pPr>
            <a:lvl2pPr>
              <a:spcBef>
                <a:spcPts val="18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Tree>
    <p:extLst>
      <p:ext uri="{BB962C8B-B14F-4D97-AF65-F5344CB8AC3E}">
        <p14:creationId xmlns:p14="http://schemas.microsoft.com/office/powerpoint/2010/main" val="649744719"/>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02400"/>
            <a:ext cx="10972800" cy="1570325"/>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9" name="Table Placeholder 2">
            <a:extLst>
              <a:ext uri="{FF2B5EF4-FFF2-40B4-BE49-F238E27FC236}">
                <a16:creationId xmlns:a16="http://schemas.microsoft.com/office/drawing/2014/main" id="{1506B022-475A-6647-98FF-D5C319A0C7C4}"/>
              </a:ext>
            </a:extLst>
          </p:cNvPr>
          <p:cNvSpPr>
            <a:spLocks noGrp="1"/>
          </p:cNvSpPr>
          <p:nvPr>
            <p:ph type="tbl" sz="quarter" idx="10"/>
          </p:nvPr>
        </p:nvSpPr>
        <p:spPr>
          <a:xfrm>
            <a:off x="594360" y="2628629"/>
            <a:ext cx="10972800" cy="3636740"/>
          </a:xfrm>
        </p:spPr>
        <p:txBody>
          <a:bodyPr>
            <a:noAutofit/>
          </a:bodyPr>
          <a:lstStyle>
            <a:lvl1pPr>
              <a:defRPr/>
            </a:lvl1pPr>
          </a:lstStyle>
          <a:p>
            <a:r>
              <a:rPr lang="en-US"/>
              <a:t>Click icon to add table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0410957"/>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594360"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flipH="1" flipV="1">
            <a:off x="6092752" y="0"/>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594360"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4" name="Straight Connector 3">
            <a:extLst>
              <a:ext uri="{FF2B5EF4-FFF2-40B4-BE49-F238E27FC236}">
                <a16:creationId xmlns:a16="http://schemas.microsoft.com/office/drawing/2014/main" id="{58B149C6-5AAC-B8E5-5411-EA38821F6754}"/>
              </a:ext>
              <a:ext uri="{C183D7F6-B498-43B3-948B-1728B52AA6E4}">
                <adec:decorative xmlns:adec="http://schemas.microsoft.com/office/drawing/2017/decorative" val="1"/>
              </a:ext>
            </a:extLst>
          </p:cNvPr>
          <p:cNvCxnSpPr>
            <a:cxnSpLocks/>
          </p:cNvCxnSpPr>
          <p:nvPr userDrawn="1"/>
        </p:nvCxnSpPr>
        <p:spPr>
          <a:xfrm>
            <a:off x="594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69273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EED84C6-50E6-6C43-8031-AFF6268E0C06}"/>
              </a:ext>
            </a:extLst>
          </p:cNvPr>
          <p:cNvSpPr>
            <a:spLocks noGrp="1"/>
          </p:cNvSpPr>
          <p:nvPr>
            <p:ph type="body" idx="1"/>
          </p:nvPr>
        </p:nvSpPr>
        <p:spPr>
          <a:xfrm>
            <a:off x="594360" y="1825625"/>
            <a:ext cx="1038225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itle Placeholder 11">
            <a:extLst>
              <a:ext uri="{FF2B5EF4-FFF2-40B4-BE49-F238E27FC236}">
                <a16:creationId xmlns:a16="http://schemas.microsoft.com/office/drawing/2014/main" id="{D41FC0AE-253D-D242-9C88-017078F8A23A}"/>
              </a:ext>
            </a:extLst>
          </p:cNvPr>
          <p:cNvSpPr>
            <a:spLocks noGrp="1"/>
          </p:cNvSpPr>
          <p:nvPr>
            <p:ph type="title"/>
          </p:nvPr>
        </p:nvSpPr>
        <p:spPr>
          <a:xfrm>
            <a:off x="594360" y="365125"/>
            <a:ext cx="104013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0" name="Date Placeholder 3">
            <a:extLst>
              <a:ext uri="{FF2B5EF4-FFF2-40B4-BE49-F238E27FC236}">
                <a16:creationId xmlns:a16="http://schemas.microsoft.com/office/drawing/2014/main" id="{EF47083A-6D76-4B4D-87CA-E08E212F781D}"/>
              </a:ext>
            </a:extLst>
          </p:cNvPr>
          <p:cNvSpPr>
            <a:spLocks noGrp="1"/>
          </p:cNvSpPr>
          <p:nvPr>
            <p:ph type="dt" sz="half" idx="2"/>
          </p:nvPr>
        </p:nvSpPr>
        <p:spPr>
          <a:xfrm>
            <a:off x="1133648" y="6332220"/>
            <a:ext cx="1313180" cy="247651"/>
          </a:xfrm>
          <a:prstGeom prst="rect">
            <a:avLst/>
          </a:prstGeom>
        </p:spPr>
        <p:txBody>
          <a:bodyPr vert="horz" lIns="0" tIns="0" rIns="0" bIns="0" rtlCol="0" anchor="t" anchorCtr="0"/>
          <a:lstStyle>
            <a:lvl1pPr algn="l">
              <a:defRPr sz="1100" b="0" i="0">
                <a:solidFill>
                  <a:schemeClr val="bg1"/>
                </a:solidFill>
                <a:latin typeface="+mn-lt"/>
              </a:defRPr>
            </a:lvl1pPr>
          </a:lstStyle>
          <a:p>
            <a:endParaRPr lang="en-US" dirty="0">
              <a:latin typeface="+mn-lt"/>
            </a:endParaRPr>
          </a:p>
        </p:txBody>
      </p:sp>
      <p:sp>
        <p:nvSpPr>
          <p:cNvPr id="32" name="Slide Number Placeholder 5">
            <a:extLst>
              <a:ext uri="{FF2B5EF4-FFF2-40B4-BE49-F238E27FC236}">
                <a16:creationId xmlns:a16="http://schemas.microsoft.com/office/drawing/2014/main" id="{C8ADA0DF-3751-9A48-8A21-59F01C782D7C}"/>
              </a:ext>
            </a:extLst>
          </p:cNvPr>
          <p:cNvSpPr>
            <a:spLocks noGrp="1"/>
          </p:cNvSpPr>
          <p:nvPr>
            <p:ph type="sldNum" sz="quarter" idx="4"/>
          </p:nvPr>
        </p:nvSpPr>
        <p:spPr>
          <a:xfrm>
            <a:off x="594360" y="6332220"/>
            <a:ext cx="523240" cy="247651"/>
          </a:xfrm>
          <a:prstGeom prst="rect">
            <a:avLst/>
          </a:prstGeom>
        </p:spPr>
        <p:txBody>
          <a:bodyPr vert="horz" lIns="0" tIns="0" rIns="0" bIns="0" rtlCol="0" anchor="t" anchorCtr="0"/>
          <a:lstStyle>
            <a:lvl1pPr algn="l">
              <a:defRPr sz="1100" b="1" i="0">
                <a:solidFill>
                  <a:schemeClr val="bg1"/>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515892240"/>
      </p:ext>
    </p:extLst>
  </p:cSld>
  <p:clrMap bg1="dk1" tx1="lt1" bg2="dk2" tx2="lt2" accent1="accent1" accent2="accent2" accent3="accent3" accent4="accent4" accent5="accent5" accent6="accent6" hlink="hlink" folHlink="folHlink"/>
  <p:sldLayoutIdLst>
    <p:sldLayoutId id="2147483711" r:id="rId1"/>
    <p:sldLayoutId id="2147483698" r:id="rId2"/>
    <p:sldLayoutId id="2147483710" r:id="rId3"/>
    <p:sldLayoutId id="2147483700" r:id="rId4"/>
    <p:sldLayoutId id="2147483701" r:id="rId5"/>
    <p:sldLayoutId id="2147483659" r:id="rId6"/>
    <p:sldLayoutId id="2147483709" r:id="rId7"/>
    <p:sldLayoutId id="2147483708" r:id="rId8"/>
    <p:sldLayoutId id="2147483707" r:id="rId9"/>
    <p:sldLayoutId id="2147483706" r:id="rId10"/>
    <p:sldLayoutId id="2147483705" r:id="rId11"/>
    <p:sldLayoutId id="2147483704" r:id="rId12"/>
    <p:sldLayoutId id="2147483703" r:id="rId13"/>
  </p:sldLayoutIdLst>
  <p:hf sldNum="0" hdr="0" ftr="0" dt="0"/>
  <p:txStyles>
    <p:titleStyle>
      <a:lvl1pPr algn="l" defTabSz="914400" rtl="0" eaLnBrk="1" latinLnBrk="0" hangingPunct="1">
        <a:lnSpc>
          <a:spcPct val="80000"/>
        </a:lnSpc>
        <a:spcBef>
          <a:spcPct val="0"/>
        </a:spcBef>
        <a:buNone/>
        <a:defRPr sz="4400" b="1" i="0" kern="1200" spc="100" baseline="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28600" indent="-283464"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83464"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600" userDrawn="1">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guide id="17" pos="39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1D9D6-2977-ABCD-FDF8-51AFA5064E54}"/>
              </a:ext>
            </a:extLst>
          </p:cNvPr>
          <p:cNvSpPr>
            <a:spLocks noGrp="1"/>
          </p:cNvSpPr>
          <p:nvPr>
            <p:ph type="ctrTitle"/>
          </p:nvPr>
        </p:nvSpPr>
        <p:spPr>
          <a:xfrm>
            <a:off x="6309904" y="411479"/>
            <a:ext cx="5486400" cy="3291840"/>
          </a:xfrm>
        </p:spPr>
        <p:txBody>
          <a:bodyPr/>
          <a:lstStyle/>
          <a:p>
            <a:r>
              <a:rPr lang="en-US" dirty="0"/>
              <a:t>Basic presentation</a:t>
            </a:r>
          </a:p>
        </p:txBody>
      </p:sp>
    </p:spTree>
    <p:extLst>
      <p:ext uri="{BB962C8B-B14F-4D97-AF65-F5344CB8AC3E}">
        <p14:creationId xmlns:p14="http://schemas.microsoft.com/office/powerpoint/2010/main" val="3390304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0BF65-C84B-45C3-72CA-AFDA68851174}"/>
              </a:ext>
            </a:extLst>
          </p:cNvPr>
          <p:cNvSpPr>
            <a:spLocks noGrp="1"/>
          </p:cNvSpPr>
          <p:nvPr>
            <p:ph type="title"/>
          </p:nvPr>
        </p:nvSpPr>
        <p:spPr>
          <a:xfrm>
            <a:off x="594360" y="189572"/>
            <a:ext cx="6787747" cy="1593507"/>
          </a:xfrm>
        </p:spPr>
        <p:txBody>
          <a:bodyPr/>
          <a:lstStyle/>
          <a:p>
            <a:r>
              <a:rPr lang="en-US" dirty="0"/>
              <a:t>Agenda</a:t>
            </a:r>
          </a:p>
        </p:txBody>
      </p:sp>
      <p:sp>
        <p:nvSpPr>
          <p:cNvPr id="3" name="Text Placeholder 2">
            <a:extLst>
              <a:ext uri="{FF2B5EF4-FFF2-40B4-BE49-F238E27FC236}">
                <a16:creationId xmlns:a16="http://schemas.microsoft.com/office/drawing/2014/main" id="{3B8EBC2C-6DD7-5003-38EB-40753046FE8C}"/>
              </a:ext>
            </a:extLst>
          </p:cNvPr>
          <p:cNvSpPr>
            <a:spLocks noGrp="1"/>
          </p:cNvSpPr>
          <p:nvPr>
            <p:ph sz="quarter" idx="13"/>
          </p:nvPr>
        </p:nvSpPr>
        <p:spPr>
          <a:xfrm>
            <a:off x="593725" y="2281238"/>
            <a:ext cx="6788150" cy="3709987"/>
          </a:xfrm>
        </p:spPr>
        <p:txBody>
          <a:bodyPr tIns="457200"/>
          <a:lstStyle/>
          <a:p>
            <a:r>
              <a:rPr lang="en-US" dirty="0"/>
              <a:t>Introduction</a:t>
            </a:r>
          </a:p>
          <a:p>
            <a:r>
              <a:rPr lang="en-US" dirty="0"/>
              <a:t>Key Findings</a:t>
            </a:r>
          </a:p>
          <a:p>
            <a:r>
              <a:rPr lang="en-US" dirty="0"/>
              <a:t>Detailed Findings</a:t>
            </a:r>
          </a:p>
          <a:p>
            <a:r>
              <a:rPr lang="en-US" dirty="0"/>
              <a:t>Recommendations</a:t>
            </a:r>
          </a:p>
          <a:p>
            <a:r>
              <a:rPr lang="en-US" dirty="0"/>
              <a:t>Conclusion</a:t>
            </a:r>
          </a:p>
        </p:txBody>
      </p:sp>
    </p:spTree>
    <p:extLst>
      <p:ext uri="{BB962C8B-B14F-4D97-AF65-F5344CB8AC3E}">
        <p14:creationId xmlns:p14="http://schemas.microsoft.com/office/powerpoint/2010/main" val="33466857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descr="A close-up of a plant">
            <a:extLst>
              <a:ext uri="{FF2B5EF4-FFF2-40B4-BE49-F238E27FC236}">
                <a16:creationId xmlns:a16="http://schemas.microsoft.com/office/drawing/2014/main" id="{8DB431A1-9806-9CFE-0E5F-1A5611C2A666}"/>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23" r="23"/>
          <a:stretch/>
        </p:blipFill>
        <p:spPr>
          <a:xfrm>
            <a:off x="0" y="0"/>
            <a:ext cx="12192000" cy="6880225"/>
          </a:xfrm>
        </p:spPr>
      </p:pic>
      <p:sp>
        <p:nvSpPr>
          <p:cNvPr id="3" name="Title 2">
            <a:extLst>
              <a:ext uri="{FF2B5EF4-FFF2-40B4-BE49-F238E27FC236}">
                <a16:creationId xmlns:a16="http://schemas.microsoft.com/office/drawing/2014/main" id="{9C37279A-330D-886F-340D-494A5005E5FC}"/>
              </a:ext>
            </a:extLst>
          </p:cNvPr>
          <p:cNvSpPr>
            <a:spLocks noGrp="1"/>
          </p:cNvSpPr>
          <p:nvPr>
            <p:ph type="title"/>
          </p:nvPr>
        </p:nvSpPr>
        <p:spPr>
          <a:xfrm>
            <a:off x="6309359" y="444933"/>
            <a:ext cx="5477479" cy="3291840"/>
          </a:xfrm>
        </p:spPr>
        <p:txBody>
          <a:bodyPr/>
          <a:lstStyle/>
          <a:p>
            <a:r>
              <a:rPr lang="en-US" dirty="0"/>
              <a:t>Introduction and Purpose</a:t>
            </a:r>
          </a:p>
        </p:txBody>
      </p:sp>
    </p:spTree>
    <p:extLst>
      <p:ext uri="{BB962C8B-B14F-4D97-AF65-F5344CB8AC3E}">
        <p14:creationId xmlns:p14="http://schemas.microsoft.com/office/powerpoint/2010/main" val="2249372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5D3755-C3E2-975E-DE68-CDECC4B526EC}"/>
              </a:ext>
            </a:extLst>
          </p:cNvPr>
          <p:cNvSpPr>
            <a:spLocks noGrp="1"/>
          </p:cNvSpPr>
          <p:nvPr>
            <p:ph type="title"/>
          </p:nvPr>
        </p:nvSpPr>
        <p:spPr>
          <a:xfrm>
            <a:off x="594360" y="102875"/>
            <a:ext cx="10873740" cy="1680205"/>
          </a:xfrm>
        </p:spPr>
        <p:txBody>
          <a:bodyPr/>
          <a:lstStyle/>
          <a:p>
            <a:r>
              <a:rPr lang="en-US" dirty="0"/>
              <a:t>Engaging the audience</a:t>
            </a:r>
          </a:p>
        </p:txBody>
      </p:sp>
      <p:sp>
        <p:nvSpPr>
          <p:cNvPr id="7" name="Text Placeholder 6">
            <a:extLst>
              <a:ext uri="{FF2B5EF4-FFF2-40B4-BE49-F238E27FC236}">
                <a16:creationId xmlns:a16="http://schemas.microsoft.com/office/drawing/2014/main" id="{F70BD87D-F7DA-961B-4024-A354DC87D168}"/>
              </a:ext>
            </a:extLst>
          </p:cNvPr>
          <p:cNvSpPr>
            <a:spLocks noGrp="1"/>
          </p:cNvSpPr>
          <p:nvPr>
            <p:ph sz="quarter" idx="13"/>
          </p:nvPr>
        </p:nvSpPr>
        <p:spPr>
          <a:xfrm>
            <a:off x="426720" y="2366582"/>
            <a:ext cx="7810500" cy="3700462"/>
          </a:xfrm>
        </p:spPr>
        <p:txBody>
          <a:bodyPr>
            <a:normAutofit/>
          </a:bodyPr>
          <a:lstStyle/>
          <a:p>
            <a:r>
              <a:rPr lang="en-US" dirty="0"/>
              <a:t>The Information Security Assessment report, conducted by Securance Consulting and presented to the Legislative Audit Committee, evaluates the security practices of the Governor’s Office of Information Technology (OIT) and the Judicial Branch. The audit aims to identify security vulnerabilities and provide recommendations for improvement to ensure the confidentiality, integrity, and availability of state-managed </a:t>
            </a:r>
            <a:r>
              <a:rPr lang="en-US" dirty="0" err="1"/>
              <a:t>informatio</a:t>
            </a:r>
            <a:endParaRPr lang="en-US" dirty="0"/>
          </a:p>
        </p:txBody>
      </p:sp>
      <p:grpSp>
        <p:nvGrpSpPr>
          <p:cNvPr id="19" name="Group 18">
            <a:extLst>
              <a:ext uri="{FF2B5EF4-FFF2-40B4-BE49-F238E27FC236}">
                <a16:creationId xmlns:a16="http://schemas.microsoft.com/office/drawing/2014/main" id="{C78CEA4F-D72A-C069-6A51-328B103CA0CA}"/>
              </a:ext>
              <a:ext uri="{C183D7F6-B498-43B3-948B-1728B52AA6E4}">
                <adec:decorative xmlns:adec="http://schemas.microsoft.com/office/drawing/2017/decorative" val="1"/>
              </a:ext>
            </a:extLst>
          </p:cNvPr>
          <p:cNvGrpSpPr>
            <a:grpSpLocks/>
          </p:cNvGrpSpPr>
          <p:nvPr/>
        </p:nvGrpSpPr>
        <p:grpSpPr bwMode="auto">
          <a:xfrm rot="16200000" flipV="1">
            <a:off x="0" y="3900132"/>
            <a:ext cx="2959226" cy="2959226"/>
            <a:chOff x="0" y="12289"/>
            <a:chExt cx="3550" cy="3551"/>
          </a:xfrm>
        </p:grpSpPr>
        <p:sp>
          <p:nvSpPr>
            <p:cNvPr id="20" name="Freeform 19">
              <a:extLst>
                <a:ext uri="{FF2B5EF4-FFF2-40B4-BE49-F238E27FC236}">
                  <a16:creationId xmlns:a16="http://schemas.microsoft.com/office/drawing/2014/main" id="{7E473402-19FD-A5B0-5CB6-E5F3926D3828}"/>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1" name="Freeform 20">
              <a:extLst>
                <a:ext uri="{FF2B5EF4-FFF2-40B4-BE49-F238E27FC236}">
                  <a16:creationId xmlns:a16="http://schemas.microsoft.com/office/drawing/2014/main" id="{879D1CAD-2EA2-9376-7B64-0C3AC590F651}"/>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2" name="Freeform 21">
              <a:extLst>
                <a:ext uri="{FF2B5EF4-FFF2-40B4-BE49-F238E27FC236}">
                  <a16:creationId xmlns:a16="http://schemas.microsoft.com/office/drawing/2014/main" id="{B16F8906-918C-BE0B-A4AB-6A1D48150AC7}"/>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Tree>
    <p:extLst>
      <p:ext uri="{BB962C8B-B14F-4D97-AF65-F5344CB8AC3E}">
        <p14:creationId xmlns:p14="http://schemas.microsoft.com/office/powerpoint/2010/main" val="3200312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633A5-8BE3-D44D-57F3-2EF161376844}"/>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5AB6D40A-2A0A-AF3D-8CF7-3ECD37765637}"/>
              </a:ext>
            </a:extLst>
          </p:cNvPr>
          <p:cNvSpPr>
            <a:spLocks noGrp="1"/>
          </p:cNvSpPr>
          <p:nvPr>
            <p:ph type="ctrTitle"/>
          </p:nvPr>
        </p:nvSpPr>
        <p:spPr>
          <a:xfrm>
            <a:off x="6309904" y="411479"/>
            <a:ext cx="5486400" cy="3291840"/>
          </a:xfrm>
        </p:spPr>
        <p:txBody>
          <a:bodyPr/>
          <a:lstStyle/>
          <a:p>
            <a:r>
              <a:rPr lang="en-US" b="1" dirty="0"/>
              <a:t>2. Key Findings</a:t>
            </a:r>
            <a:endParaRPr lang="en-US" dirty="0"/>
          </a:p>
        </p:txBody>
      </p:sp>
      <p:sp>
        <p:nvSpPr>
          <p:cNvPr id="3" name="Text Placeholder 2">
            <a:extLst>
              <a:ext uri="{FF2B5EF4-FFF2-40B4-BE49-F238E27FC236}">
                <a16:creationId xmlns:a16="http://schemas.microsoft.com/office/drawing/2014/main" id="{591442CD-A26D-1761-8CE7-8BC3075BB4ED}"/>
              </a:ext>
            </a:extLst>
          </p:cNvPr>
          <p:cNvSpPr>
            <a:spLocks noGrp="1"/>
          </p:cNvSpPr>
          <p:nvPr>
            <p:ph type="body" sz="quarter" idx="11"/>
          </p:nvPr>
        </p:nvSpPr>
        <p:spPr>
          <a:xfrm>
            <a:off x="6309905" y="4549552"/>
            <a:ext cx="5486400" cy="1645920"/>
          </a:xfrm>
        </p:spPr>
        <p:txBody>
          <a:bodyPr>
            <a:normAutofit/>
          </a:bodyPr>
          <a:lstStyle/>
          <a:p>
            <a:r>
              <a:rPr lang="en-US" dirty="0"/>
              <a:t>Enhancing your presentation</a:t>
            </a:r>
          </a:p>
        </p:txBody>
      </p:sp>
    </p:spTree>
    <p:extLst>
      <p:ext uri="{BB962C8B-B14F-4D97-AF65-F5344CB8AC3E}">
        <p14:creationId xmlns:p14="http://schemas.microsoft.com/office/powerpoint/2010/main" val="20390597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346ED-721D-85EE-2F1B-A31D0912DE29}"/>
              </a:ext>
            </a:extLst>
          </p:cNvPr>
          <p:cNvSpPr>
            <a:spLocks noGrp="1"/>
          </p:cNvSpPr>
          <p:nvPr>
            <p:ph type="title"/>
          </p:nvPr>
        </p:nvSpPr>
        <p:spPr>
          <a:xfrm>
            <a:off x="594360" y="137921"/>
            <a:ext cx="9778365" cy="1494596"/>
          </a:xfrm>
        </p:spPr>
        <p:txBody>
          <a:bodyPr/>
          <a:lstStyle/>
          <a:p>
            <a:r>
              <a:rPr lang="en-US" b="1" dirty="0"/>
              <a:t>Technical Security Vulnerabilities:</a:t>
            </a:r>
            <a:endParaRPr lang="en-US" dirty="0"/>
          </a:p>
        </p:txBody>
      </p:sp>
      <p:sp>
        <p:nvSpPr>
          <p:cNvPr id="3" name="Content Placeholder 2">
            <a:extLst>
              <a:ext uri="{FF2B5EF4-FFF2-40B4-BE49-F238E27FC236}">
                <a16:creationId xmlns:a16="http://schemas.microsoft.com/office/drawing/2014/main" id="{DB097449-5B72-ADA0-3B2D-1CBC160D6B90}"/>
              </a:ext>
            </a:extLst>
          </p:cNvPr>
          <p:cNvSpPr>
            <a:spLocks noGrp="1"/>
          </p:cNvSpPr>
          <p:nvPr>
            <p:ph sz="quarter" idx="15"/>
          </p:nvPr>
        </p:nvSpPr>
        <p:spPr>
          <a:xfrm>
            <a:off x="594360" y="2280285"/>
            <a:ext cx="4490827" cy="3597470"/>
          </a:xfrm>
        </p:spPr>
        <p:txBody>
          <a:bodyPr>
            <a:normAutofit/>
          </a:bodyPr>
          <a:lstStyle/>
          <a:p>
            <a:r>
              <a:rPr lang="en-US" dirty="0"/>
              <a:t>The OIT oversees information security for all Executive Branch agencies. The audit identified 243 technical vulnerabilities categorized by the Common Vulnerability Scoring System (CVSS V2):</a:t>
            </a:r>
          </a:p>
          <a:p>
            <a:pPr lvl="1"/>
            <a:r>
              <a:rPr lang="en-US" dirty="0"/>
              <a:t>0 Urgent</a:t>
            </a:r>
          </a:p>
          <a:p>
            <a:pPr lvl="1"/>
            <a:r>
              <a:rPr lang="en-US" dirty="0"/>
              <a:t>27 Critical</a:t>
            </a:r>
          </a:p>
          <a:p>
            <a:pPr lvl="1"/>
            <a:r>
              <a:rPr lang="en-US" dirty="0"/>
              <a:t>74 High</a:t>
            </a:r>
          </a:p>
          <a:p>
            <a:pPr lvl="1"/>
            <a:r>
              <a:rPr lang="en-US" dirty="0"/>
              <a:t>142 Medium</a:t>
            </a:r>
          </a:p>
        </p:txBody>
      </p:sp>
      <p:sp>
        <p:nvSpPr>
          <p:cNvPr id="4" name="Content Placeholder 3">
            <a:extLst>
              <a:ext uri="{FF2B5EF4-FFF2-40B4-BE49-F238E27FC236}">
                <a16:creationId xmlns:a16="http://schemas.microsoft.com/office/drawing/2014/main" id="{41FC7B50-71A6-D8BE-C032-5EB4CF5706D5}"/>
              </a:ext>
            </a:extLst>
          </p:cNvPr>
          <p:cNvSpPr>
            <a:spLocks noGrp="1"/>
          </p:cNvSpPr>
          <p:nvPr>
            <p:ph sz="quarter" idx="16"/>
          </p:nvPr>
        </p:nvSpPr>
        <p:spPr>
          <a:xfrm>
            <a:off x="6229370" y="2335149"/>
            <a:ext cx="4490827" cy="3597470"/>
          </a:xfrm>
        </p:spPr>
        <p:txBody>
          <a:bodyPr/>
          <a:lstStyle/>
          <a:p>
            <a:r>
              <a:rPr lang="en-US" dirty="0"/>
              <a:t>The Judicial Branch, responsible for its own security, had 9 vulnerabilities:</a:t>
            </a:r>
          </a:p>
          <a:p>
            <a:pPr lvl="1"/>
            <a:r>
              <a:rPr lang="en-US" dirty="0"/>
              <a:t>0 Urgent</a:t>
            </a:r>
          </a:p>
          <a:p>
            <a:pPr lvl="1"/>
            <a:r>
              <a:rPr lang="en-US" dirty="0"/>
              <a:t>0 Critical</a:t>
            </a:r>
          </a:p>
          <a:p>
            <a:pPr lvl="1"/>
            <a:r>
              <a:rPr lang="en-US" dirty="0"/>
              <a:t>3 High</a:t>
            </a:r>
          </a:p>
          <a:p>
            <a:pPr lvl="1"/>
            <a:r>
              <a:rPr lang="en-US" dirty="0"/>
              <a:t>6 Medium</a:t>
            </a:r>
          </a:p>
          <a:p>
            <a:pPr lvl="1"/>
            <a:r>
              <a:rPr lang="en-US" dirty="0" err="1"/>
              <a:t>sd</a:t>
            </a:r>
            <a:endParaRPr lang="en-US" dirty="0"/>
          </a:p>
        </p:txBody>
      </p:sp>
      <p:sp>
        <p:nvSpPr>
          <p:cNvPr id="15" name="TextBox 14">
            <a:extLst>
              <a:ext uri="{FF2B5EF4-FFF2-40B4-BE49-F238E27FC236}">
                <a16:creationId xmlns:a16="http://schemas.microsoft.com/office/drawing/2014/main" id="{8B2F5250-637D-FBDB-AC3C-C5625607CA81}"/>
              </a:ext>
            </a:extLst>
          </p:cNvPr>
          <p:cNvSpPr txBox="1"/>
          <p:nvPr/>
        </p:nvSpPr>
        <p:spPr>
          <a:xfrm>
            <a:off x="2964180" y="5448305"/>
            <a:ext cx="9227820" cy="1077218"/>
          </a:xfrm>
          <a:prstGeom prst="rect">
            <a:avLst/>
          </a:prstGeom>
          <a:noFill/>
        </p:spPr>
        <p:txBody>
          <a:bodyPr wrap="square" rtlCol="0">
            <a:spAutoFit/>
          </a:bodyPr>
          <a:lstStyle/>
          <a:p>
            <a:r>
              <a:rPr lang="en-US" sz="1600" b="1" dirty="0">
                <a:solidFill>
                  <a:schemeClr val="bg1"/>
                </a:solidFill>
              </a:rPr>
              <a:t>Disaster Recovery Planning</a:t>
            </a:r>
            <a:r>
              <a:rPr lang="en-US" sz="1600" dirty="0">
                <a:solidFill>
                  <a:schemeClr val="bg1"/>
                </a:solidFill>
              </a:rPr>
              <a:t>: Neither OIT nor the Judicial Branch has disaster recovery plans for critical enterprise applications.</a:t>
            </a:r>
          </a:p>
          <a:p>
            <a:r>
              <a:rPr lang="en-US" sz="1600" b="1" dirty="0">
                <a:solidFill>
                  <a:schemeClr val="bg1"/>
                </a:solidFill>
              </a:rPr>
              <a:t>Logical Access Controls</a:t>
            </a:r>
            <a:r>
              <a:rPr lang="en-US" sz="1600" dirty="0">
                <a:solidFill>
                  <a:schemeClr val="bg1"/>
                </a:solidFill>
              </a:rPr>
              <a:t>: Both OIT and the Judicial Branch need to improve access controls for enterprise applications.</a:t>
            </a:r>
          </a:p>
        </p:txBody>
      </p:sp>
    </p:spTree>
    <p:extLst>
      <p:ext uri="{BB962C8B-B14F-4D97-AF65-F5344CB8AC3E}">
        <p14:creationId xmlns:p14="http://schemas.microsoft.com/office/powerpoint/2010/main" val="8884842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D29B5-1B58-809F-FEA7-B82105E94664}"/>
              </a:ext>
            </a:extLst>
          </p:cNvPr>
          <p:cNvSpPr>
            <a:spLocks noGrp="1"/>
          </p:cNvSpPr>
          <p:nvPr>
            <p:ph type="title"/>
          </p:nvPr>
        </p:nvSpPr>
        <p:spPr>
          <a:xfrm>
            <a:off x="6318885" y="3499667"/>
            <a:ext cx="4939666" cy="2542810"/>
          </a:xfrm>
        </p:spPr>
        <p:txBody>
          <a:bodyPr/>
          <a:lstStyle/>
          <a:p>
            <a:r>
              <a:rPr lang="en-US" dirty="0"/>
              <a:t>Detailed Findings</a:t>
            </a:r>
          </a:p>
        </p:txBody>
      </p:sp>
      <p:sp>
        <p:nvSpPr>
          <p:cNvPr id="4" name="Content Placeholder 3">
            <a:extLst>
              <a:ext uri="{FF2B5EF4-FFF2-40B4-BE49-F238E27FC236}">
                <a16:creationId xmlns:a16="http://schemas.microsoft.com/office/drawing/2014/main" id="{07C3632C-2D2E-7026-33B8-EE42DA4BDB5C}"/>
              </a:ext>
            </a:extLst>
          </p:cNvPr>
          <p:cNvSpPr>
            <a:spLocks noGrp="1"/>
          </p:cNvSpPr>
          <p:nvPr>
            <p:ph sz="quarter" idx="14"/>
          </p:nvPr>
        </p:nvSpPr>
        <p:spPr>
          <a:xfrm>
            <a:off x="466725" y="228600"/>
            <a:ext cx="6139815" cy="6217920"/>
          </a:xfrm>
        </p:spPr>
        <p:txBody>
          <a:bodyPr>
            <a:normAutofit fontScale="92500" lnSpcReduction="20000"/>
          </a:bodyPr>
          <a:lstStyle/>
          <a:p>
            <a:pPr>
              <a:buFont typeface="Arial" panose="020B0604020202020204" pitchFamily="34" charset="0"/>
              <a:buChar char="•"/>
            </a:pPr>
            <a:r>
              <a:rPr lang="en-US" dirty="0"/>
              <a:t>IT Organization and Security Governance:</a:t>
            </a:r>
          </a:p>
          <a:p>
            <a:pPr lvl="1">
              <a:buFont typeface="Arial" panose="020B0604020202020204" pitchFamily="34" charset="0"/>
              <a:buChar char="•"/>
            </a:pPr>
            <a:r>
              <a:rPr lang="en-US" dirty="0"/>
              <a:t>The OIT, established in 2008, centralized IT management across Executive Branch agencies to improve efficiency and security. The Judicial Branch manages its own IT services through its division.</a:t>
            </a:r>
          </a:p>
          <a:p>
            <a:pPr lvl="1">
              <a:buFont typeface="Arial" panose="020B0604020202020204" pitchFamily="34" charset="0"/>
              <a:buChar char="•"/>
            </a:pPr>
            <a:r>
              <a:rPr lang="en-US" dirty="0"/>
              <a:t>The Colorado Cyber Security Program, codified in state law, aims to enhance the security posture of state agencies through coordinated efforts.</a:t>
            </a:r>
          </a:p>
          <a:p>
            <a:pPr>
              <a:buFont typeface="Arial" panose="020B0604020202020204" pitchFamily="34" charset="0"/>
              <a:buChar char="•"/>
            </a:pPr>
            <a:r>
              <a:rPr lang="en-US" dirty="0"/>
              <a:t>Security Vulnerabilities:</a:t>
            </a:r>
          </a:p>
          <a:p>
            <a:pPr lvl="1">
              <a:buFont typeface="Arial" panose="020B0604020202020204" pitchFamily="34" charset="0"/>
              <a:buChar char="•"/>
            </a:pPr>
            <a:r>
              <a:rPr lang="en-US" dirty="0"/>
              <a:t>Multiple vulnerabilities were found within the state’s networks and systems. For example, several external servers are outdated and vulnerable due to lack of vendor support. Internal network systems also had issues like default passwords for root accounts.</a:t>
            </a:r>
          </a:p>
          <a:p>
            <a:pPr lvl="1">
              <a:buFont typeface="Arial" panose="020B0604020202020204" pitchFamily="34" charset="0"/>
              <a:buChar char="•"/>
            </a:pPr>
            <a:r>
              <a:rPr lang="en-US" dirty="0"/>
              <a:t>Database configurations were not aligned with industry standards, and OIT staff lacked awareness of the governance framework.</a:t>
            </a:r>
          </a:p>
          <a:p>
            <a:pPr>
              <a:buFont typeface="Arial" panose="020B0604020202020204" pitchFamily="34" charset="0"/>
              <a:buChar char="•"/>
            </a:pPr>
            <a:r>
              <a:rPr lang="en-US" dirty="0"/>
              <a:t>Disaster Recovery </a:t>
            </a:r>
            <a:r>
              <a:rPr lang="en-US" dirty="0" err="1"/>
              <a:t>Planning:Disaster</a:t>
            </a:r>
            <a:r>
              <a:rPr lang="en-US" dirty="0"/>
              <a:t> recovery plans were absent for</a:t>
            </a:r>
          </a:p>
        </p:txBody>
      </p:sp>
    </p:spTree>
    <p:extLst>
      <p:ext uri="{BB962C8B-B14F-4D97-AF65-F5344CB8AC3E}">
        <p14:creationId xmlns:p14="http://schemas.microsoft.com/office/powerpoint/2010/main" val="3088225330"/>
      </p:ext>
    </p:extLst>
  </p:cSld>
  <p:clrMapOvr>
    <a:masterClrMapping/>
  </p:clrMapOvr>
</p:sld>
</file>

<file path=ppt/theme/theme1.xml><?xml version="1.0" encoding="utf-8"?>
<a:theme xmlns:a="http://schemas.openxmlformats.org/drawingml/2006/main" name="Custom">
  <a:themeElements>
    <a:clrScheme name="Swiss">
      <a:dk1>
        <a:srgbClr val="000000"/>
      </a:dk1>
      <a:lt1>
        <a:srgbClr val="FFFFFF"/>
      </a:lt1>
      <a:dk2>
        <a:srgbClr val="E4E4E4"/>
      </a:dk2>
      <a:lt2>
        <a:srgbClr val="7CA655"/>
      </a:lt2>
      <a:accent1>
        <a:srgbClr val="A9D4DB"/>
      </a:accent1>
      <a:accent2>
        <a:srgbClr val="FBE284"/>
      </a:accent2>
      <a:accent3>
        <a:srgbClr val="4495A2"/>
      </a:accent3>
      <a:accent4>
        <a:srgbClr val="AA5881"/>
      </a:accent4>
      <a:accent5>
        <a:srgbClr val="E06742"/>
      </a:accent5>
      <a:accent6>
        <a:srgbClr val="F9D448"/>
      </a:accent6>
      <a:hlink>
        <a:srgbClr val="4495A2"/>
      </a:hlink>
      <a:folHlink>
        <a:srgbClr val="AA5881"/>
      </a:folHlink>
    </a:clrScheme>
    <a:fontScheme name="Custom 175">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78853419_Win32_SL_V5" id="{958D2C9E-948D-4354-BF9D-DF8AE3C2B240}" vid="{22D4A967-05D2-4D72-8594-54CFF34148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4B194E-8B30-4377-8C59-ECFB902D2A26}">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C21FFAC0-05A2-416A-B06C-C248395482CF}">
  <ds:schemaRefs>
    <ds:schemaRef ds:uri="http://schemas.microsoft.com/sharepoint/v3/contenttype/forms"/>
  </ds:schemaRefs>
</ds:datastoreItem>
</file>

<file path=customXml/itemProps3.xml><?xml version="1.0" encoding="utf-8"?>
<ds:datastoreItem xmlns:ds="http://schemas.openxmlformats.org/officeDocument/2006/customXml" ds:itemID="{92DB9E12-8AC3-4138-BF4D-720A5525AB1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Geometric annual presentation</Template>
  <TotalTime>6</TotalTime>
  <Words>329</Words>
  <Application>Microsoft Office PowerPoint</Application>
  <PresentationFormat>Widescreen</PresentationFormat>
  <Paragraphs>41</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Franklin Gothic Book</vt:lpstr>
      <vt:lpstr>Franklin Gothic Demi</vt:lpstr>
      <vt:lpstr>Custom</vt:lpstr>
      <vt:lpstr>Basic presentation</vt:lpstr>
      <vt:lpstr>Agenda</vt:lpstr>
      <vt:lpstr>Introduction and Purpose</vt:lpstr>
      <vt:lpstr>Engaging the audience</vt:lpstr>
      <vt:lpstr>2. Key Findings</vt:lpstr>
      <vt:lpstr>Technical Security Vulnerabilities:</vt:lpstr>
      <vt:lpstr>Detailed Findings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 presentation</dc:title>
  <dc:creator>Hemanth Vulchi</dc:creator>
  <cp:lastModifiedBy>Hemanth Vulchi</cp:lastModifiedBy>
  <cp:revision>1</cp:revision>
  <dcterms:created xsi:type="dcterms:W3CDTF">2024-05-19T00:09:19Z</dcterms:created>
  <dcterms:modified xsi:type="dcterms:W3CDTF">2024-05-19T00:16:16Z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